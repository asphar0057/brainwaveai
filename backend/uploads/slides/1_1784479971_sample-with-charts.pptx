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230</c:v>
                </c:pt>
                <c:pt idx="2">
                  <c:v>180</c:v>
                </c:pt>
                <c:pt idx="3">
                  <c:v>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230</c:v>
                </c:pt>
                <c:pt idx="2">
                  <c:v>180</c:v>
                </c:pt>
                <c:pt idx="3">
                  <c:v>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230</c:v>
                </c:pt>
                <c:pt idx="2">
                  <c:v>180</c:v>
                </c:pt>
                <c:pt idx="3">
                  <c:v>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Sample 10-Slide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Generated by TrueFileSize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Chart 1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Slide 3: Volo accusantium sumptus aiunt.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Iure illum ver vicissitudo collum.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Torqueo tollo vesica teneo pauci alveus nostrum contabesco.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Caecus fuga ustilo infit virga vapulus conicio.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Avaritia fugiat auxilium coruscus cilicium commodo.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Slide 4: Denique acervus error pariatur.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Impedit cuius crustulum adhaero urbs coma.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Ullus cohibeo desipio casus.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Patria ab accommodo dens sopor animadverto conspergo.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Calamitas eligendi vir carpo illo tergum.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Chart 2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Slide 6: Aperiam bos voluptatum benigne.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Quibusdam denuo pecto synagoga demergo patria.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Desipio ventosus video trepide explicabo saepe tracto conforto denuo vitium.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Rerum minus tergiversatio vesper desolo.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Vespillo aggero utique cupiditas una.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Slide 7: Commemoro cuius hic animus.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Quo volubilis explicabo quibusdam votum ceno adfectus conservo.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Talus candidus abstergo.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Cado charisma solum stabilis bonus derideo.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Cui theatrum adulatio talus curtus.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Chart 3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Slide 9: Sollicito inventore cattus adipisci.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Aptus tantillus defero ubi arcus audax unde desipio cubo usque.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Deleniti velociter spero validus adfectus.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Tredecim acquiro desidero attero culpa cetera quae.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Volo curriculum velit amplus.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Slide 10: Temeritas vigor vigor tepesco.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Soluta tam aperio triduana ducimus aspernatur.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Subseco curis cras perspiciatis celo campana auxilium beatus tracto patior.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Modi tabernus consequatur cursim custodia ulciscor.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Clam certus consequuntur.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10-Slide Presentation</dc:title>
  <dc:subject>Sample Presentation</dc:subject>
  <dc:creator>TrueFileSize</dc:creator>
  <cp:lastModifiedBy>TrueFileSize</cp:lastModifiedBy>
  <cp:revision>1</cp:revision>
  <dcterms:created xsi:type="dcterms:W3CDTF">2026-05-28T16:28:09Z</dcterms:created>
  <dcterms:modified xsi:type="dcterms:W3CDTF">2026-05-28T16:28:09Z</dcterms:modified>
</cp:coreProperties>
</file>